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78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20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130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592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4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48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97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42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60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2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1519" y="778038"/>
            <a:ext cx="5618515" cy="2541431"/>
          </a:xfrm>
        </p:spPr>
        <p:txBody>
          <a:bodyPr/>
          <a:lstStyle/>
          <a:p>
            <a:br>
              <a:rPr lang="en-US" sz="2400" b="1" dirty="0"/>
            </a:br>
            <a:r>
              <a:rPr lang="en-US" sz="2400" b="1" dirty="0">
                <a:latin typeface="Algerian" panose="04020705040A02060702" pitchFamily="82" charset="0"/>
              </a:rPr>
              <a:t>Shri </a:t>
            </a:r>
            <a:r>
              <a:rPr lang="en-US" sz="2400" b="1" dirty="0" err="1">
                <a:latin typeface="Algerian" panose="04020705040A02060702" pitchFamily="82" charset="0"/>
              </a:rPr>
              <a:t>Ramswaroop</a:t>
            </a:r>
            <a:r>
              <a:rPr lang="en-US" sz="2400" b="1" dirty="0">
                <a:latin typeface="Algerian" panose="04020705040A02060702" pitchFamily="82" charset="0"/>
              </a:rPr>
              <a:t> Memorial </a:t>
            </a:r>
            <a:r>
              <a:rPr lang="en-US" sz="2400" b="1" dirty="0" err="1">
                <a:latin typeface="Algerian" panose="04020705040A02060702" pitchFamily="82" charset="0"/>
              </a:rPr>
              <a:t>University,Barabanki</a:t>
            </a:r>
            <a:br>
              <a:rPr lang="en-US" sz="2400" b="1" dirty="0">
                <a:latin typeface="Algerian" panose="04020705040A02060702" pitchFamily="82" charset="0"/>
              </a:rPr>
            </a:br>
            <a:br>
              <a:rPr lang="en-US" sz="2400" b="1" dirty="0"/>
            </a:br>
            <a:r>
              <a:rPr lang="en-US" sz="2400" b="1" dirty="0"/>
              <a:t>Topic: </a:t>
            </a:r>
            <a:r>
              <a:rPr lang="en-US" sz="2400" dirty="0"/>
              <a:t>Adventure Works Power BI Dashboard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8784" y="3683605"/>
            <a:ext cx="5833281" cy="165039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Presented By: </a:t>
            </a:r>
            <a:r>
              <a:rPr lang="en-US" b="1" dirty="0"/>
              <a:t>Gaurav Singh   </a:t>
            </a:r>
            <a:r>
              <a:rPr lang="en-US" dirty="0"/>
              <a:t>Presented to: Rohit sir</a:t>
            </a:r>
          </a:p>
          <a:p>
            <a:pPr>
              <a:lnSpc>
                <a:spcPct val="100000"/>
              </a:lnSpc>
            </a:pPr>
            <a:r>
              <a:rPr lang="en-US" dirty="0"/>
              <a:t>Roll no: </a:t>
            </a:r>
            <a:r>
              <a:rPr lang="en-US" b="1" dirty="0"/>
              <a:t>202310101150222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B.Tech</a:t>
            </a:r>
            <a:r>
              <a:rPr lang="en-US" dirty="0"/>
              <a:t> cs(</a:t>
            </a:r>
            <a:r>
              <a:rPr lang="en-US" dirty="0" err="1"/>
              <a:t>ds+ai</a:t>
            </a:r>
            <a:r>
              <a:rPr lang="en-US" dirty="0"/>
              <a:t>)-58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21BB36-A581-49EC-A8BA-9EF5348A5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0" t="2690" r="26400"/>
          <a:stretch/>
        </p:blipFill>
        <p:spPr>
          <a:xfrm>
            <a:off x="3571875" y="150365"/>
            <a:ext cx="1733550" cy="13038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report presents a detailed overview of the Adventure Works Power BI dashboard. It covers sales, budget, and variance performance, customer insights, and regional analysis. Data from multiple tables was modeled into a star schema for efficient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The dashboard is powered by the following datasets:</a:t>
            </a:r>
          </a:p>
          <a:p>
            <a:r>
              <a:rPr dirty="0"/>
              <a:t>- Sales: Contains order, product, and amount details.</a:t>
            </a:r>
          </a:p>
          <a:p>
            <a:r>
              <a:rPr dirty="0"/>
              <a:t>- Budget: Includes planned sales values by product and month.</a:t>
            </a:r>
          </a:p>
          <a:p>
            <a:r>
              <a:rPr dirty="0"/>
              <a:t>- Customer: Demographic and geographic details.</a:t>
            </a:r>
          </a:p>
          <a:p>
            <a:r>
              <a:rPr dirty="0"/>
              <a:t>- Product: Product attributes and categories.</a:t>
            </a:r>
          </a:p>
          <a:p>
            <a:r>
              <a:rPr dirty="0"/>
              <a:t>- Calendar: Enables time intelligence.</a:t>
            </a:r>
          </a:p>
          <a:p>
            <a:r>
              <a:rPr dirty="0"/>
              <a:t>- Territories: Country and region information.</a:t>
            </a:r>
          </a:p>
          <a:p>
            <a:r>
              <a:rPr dirty="0"/>
              <a:t>Data was cleaned and transformed using Power Query before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and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 star schema model was created to optimize performance:</a:t>
            </a:r>
          </a:p>
          <a:p>
            <a:r>
              <a:t>- 'Sales' table at the center connected to dimension tables like Product, Customer, and Calendar.</a:t>
            </a:r>
          </a:p>
          <a:p>
            <a:r>
              <a:t>- 'Budget' linked to Product and Calendar.</a:t>
            </a:r>
          </a:p>
          <a:p>
            <a:r>
              <a:t>- 'Territories' provides regional mapping.</a:t>
            </a:r>
          </a:p>
          <a:p>
            <a:r>
              <a:t>Relationships are one-to-many, ensuring accurate cross-filtering.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DAX (Data Analysis Expressions) was used to calculate:</a:t>
            </a:r>
          </a:p>
          <a:p>
            <a:r>
              <a:t>- Total Sales = SUM(Sales[SalesAmount])</a:t>
            </a:r>
          </a:p>
          <a:p>
            <a:r>
              <a:t>- Total Budget = SUM(Budget[Value])</a:t>
            </a:r>
          </a:p>
          <a:p>
            <a:r>
              <a:t>- Variance = [Total Sales] - [Total Budget]</a:t>
            </a:r>
          </a:p>
          <a:p>
            <a:r>
              <a:t>- Variance% = DIVIDE([Variance], [Total Budget])</a:t>
            </a:r>
          </a:p>
          <a:p>
            <a:r>
              <a:t>These measures power the KPI visuals and variance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Power BI dashboard provides a top-down performance snapshot:</a:t>
            </a:r>
          </a:p>
          <a:p>
            <a:r>
              <a:t>- KPIs for Sales, Budget, Variance, and Variance%.</a:t>
            </a:r>
          </a:p>
          <a:p>
            <a:r>
              <a:t>- Visuals: Bar, line, and table charts.</a:t>
            </a:r>
          </a:p>
          <a:p>
            <a:r>
              <a:t>- Interactivity with filters and drill-through options.</a:t>
            </a:r>
          </a:p>
          <a:p>
            <a:r>
              <a:t>- Q&amp;A feature for natural language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vs Budget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comparison highlights performance differences across categories:</a:t>
            </a:r>
          </a:p>
          <a:p>
            <a:r>
              <a:t>- Clothing and Bikes lead in both sales and budget achievement.</a:t>
            </a:r>
          </a:p>
          <a:p>
            <a:r>
              <a:t>- Accessories show budget underperformance.</a:t>
            </a:r>
          </a:p>
          <a:p>
            <a:r>
              <a:t>This visualization helps identify strong and weak-performing segments.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and Budget by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line chart tracks monthly performance trends:</a:t>
            </a:r>
          </a:p>
          <a:p>
            <a:r>
              <a:t>- Sales show consistent growth through the year.</a:t>
            </a:r>
          </a:p>
          <a:p>
            <a:r>
              <a:t>- Budget remains steady, with peaks during promotional months.</a:t>
            </a:r>
          </a:p>
          <a:p>
            <a:r>
              <a:t>- The final quarter indicates increased sales momentum.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and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Variance visuals reveal:</a:t>
            </a:r>
          </a:p>
          <a:p>
            <a:r>
              <a:t>- 2023 showed positive variance, suggesting sales exceeded budget.</a:t>
            </a:r>
          </a:p>
          <a:p>
            <a:r>
              <a:t>- Categories like Bikes achieved high variance%.</a:t>
            </a:r>
          </a:p>
          <a:p>
            <a:r>
              <a:t>These insights support performance evaluation and future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Customers and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customer-level data reveals:</a:t>
            </a:r>
          </a:p>
          <a:p>
            <a:r>
              <a:t>- Top 10 customers account for a major share of revenue.</a:t>
            </a:r>
          </a:p>
          <a:p>
            <a:r>
              <a:t>- High sales concentration in California, New York, and England.</a:t>
            </a:r>
          </a:p>
          <a:p>
            <a:r>
              <a:t>This assists in identifying key clients and geographic opportunities.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and State-wise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distribution analysis shows:</a:t>
            </a:r>
          </a:p>
          <a:p>
            <a:r>
              <a:t>- Strongest markets in North America and Europe.</a:t>
            </a:r>
          </a:p>
          <a:p>
            <a:r>
              <a:t>- Opportunities for expansion in underperforming regions.</a:t>
            </a:r>
          </a:p>
          <a:p>
            <a:r>
              <a:t>- Potential for targeted marketing campaigns in low-sales zones.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were segmented based on sales volume and location:</a:t>
            </a:r>
          </a:p>
          <a:p>
            <a:r>
              <a:t>- High-value customers: Top 20% generating 80% of sales.</a:t>
            </a:r>
          </a:p>
          <a:p>
            <a:r>
              <a:t>- Medium-value customers: Regular buyers with moderate contribution.</a:t>
            </a:r>
          </a:p>
          <a:p>
            <a:r>
              <a:t>- Low-value customers: Potential targets for upselling strategies.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and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Power BI’s forecasting tools:</a:t>
            </a:r>
          </a:p>
          <a:p>
            <a:r>
              <a:t>- Sales growth expected to continue into next fiscal year.</a:t>
            </a:r>
          </a:p>
          <a:p>
            <a:r>
              <a:t>- Seasonal trends show peaks during mid-year months.</a:t>
            </a:r>
          </a:p>
          <a:p>
            <a:r>
              <a:t>- Suggests optimizing inventory and promotions accordingly.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Power BI features used:</a:t>
            </a:r>
          </a:p>
          <a:p>
            <a:r>
              <a:t>- Power Query for data transformation.</a:t>
            </a:r>
          </a:p>
          <a:p>
            <a:r>
              <a:t>- DAX for dynamic calculations.</a:t>
            </a:r>
          </a:p>
          <a:p>
            <a:r>
              <a:t>- Model view for relationship setup.</a:t>
            </a:r>
          </a:p>
          <a:p>
            <a:r>
              <a:t>- Interactive visuals and bookmarks for navigation.</a:t>
            </a:r>
          </a:p>
          <a:p>
            <a:r>
              <a:t>- Export and sharing through Power BI Service.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Insights:</a:t>
            </a:r>
          </a:p>
          <a:p>
            <a:r>
              <a:t>- Sales performance exceeds budget expectations overall.</a:t>
            </a:r>
          </a:p>
          <a:p>
            <a:r>
              <a:t>- Strong regional markets can be leveraged for expansion.</a:t>
            </a:r>
          </a:p>
          <a:p>
            <a:r>
              <a:t>Recommendations:</a:t>
            </a:r>
          </a:p>
          <a:p>
            <a:r>
              <a:t>- Reallocate budget based on sales variance.</a:t>
            </a:r>
          </a:p>
          <a:p>
            <a:r>
              <a:t>- Invest in customer retention and targeted campaigns.</a:t>
            </a:r>
          </a:p>
          <a:p>
            <a:r>
              <a:t>- Continue dashboard enhancements for real-time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Adventure Works Power BI Dashboard delivers a holistic view of sales and budget performance. With its analytical capabilities, it enables data-driven decision-making, improved budgeting accuracy, and strategic business planning for future growth.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7B39-D350-44B5-BD0C-438532A7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dashboard 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981C7A-9840-4F23-A285-22CABCCC4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681"/>
          <a:stretch/>
        </p:blipFill>
        <p:spPr>
          <a:xfrm>
            <a:off x="1114426" y="1943100"/>
            <a:ext cx="7172324" cy="3819525"/>
          </a:xfrm>
        </p:spPr>
      </p:pic>
    </p:spTree>
    <p:extLst>
      <p:ext uri="{BB962C8B-B14F-4D97-AF65-F5344CB8AC3E}">
        <p14:creationId xmlns:p14="http://schemas.microsoft.com/office/powerpoint/2010/main" val="191378715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</TotalTime>
  <Words>767</Words>
  <Application>Microsoft Office PowerPoint</Application>
  <PresentationFormat>On-screen Show (4:3)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Algerian</vt:lpstr>
      <vt:lpstr>Arial</vt:lpstr>
      <vt:lpstr>Gill Sans MT</vt:lpstr>
      <vt:lpstr>Gallery</vt:lpstr>
      <vt:lpstr> Shri Ramswaroop Memorial University,Barabanki  Topic: Adventure Works Power BI Dashboard Analysis Report</vt:lpstr>
      <vt:lpstr>Introduction</vt:lpstr>
      <vt:lpstr>Data Sources and Preparation</vt:lpstr>
      <vt:lpstr>Data Model and Relationships</vt:lpstr>
      <vt:lpstr>Key DAX Measures</vt:lpstr>
      <vt:lpstr>Dashboard Overview</vt:lpstr>
      <vt:lpstr>Sales vs Budget by Category</vt:lpstr>
      <vt:lpstr>Sales and Budget by Month</vt:lpstr>
      <vt:lpstr>Variance and Performance Insights</vt:lpstr>
      <vt:lpstr>Top Customers and Regions</vt:lpstr>
      <vt:lpstr>Regional and State-wise Sales</vt:lpstr>
      <vt:lpstr>Customer Segmentation</vt:lpstr>
      <vt:lpstr>Forecasting and Trends</vt:lpstr>
      <vt:lpstr>Technical Implementation in Power BI</vt:lpstr>
      <vt:lpstr>Strategic Insights &amp; Recommendations</vt:lpstr>
      <vt:lpstr>Conclusion</vt:lpstr>
      <vt:lpstr>Final dashboard 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Shri Ramswaroop Memorial University,Barabanki Topic: Adventure Works Power BI Dashboard Analysis Report</dc:title>
  <dc:subject/>
  <dc:creator>Gaurav Singh</dc:creator>
  <cp:keywords/>
  <dc:description>generated using python-pptx</dc:description>
  <cp:lastModifiedBy>Gaurav Singh</cp:lastModifiedBy>
  <cp:revision>3</cp:revision>
  <dcterms:created xsi:type="dcterms:W3CDTF">2013-01-27T09:14:16Z</dcterms:created>
  <dcterms:modified xsi:type="dcterms:W3CDTF">2025-11-09T07:15:23Z</dcterms:modified>
  <cp:category/>
</cp:coreProperties>
</file>